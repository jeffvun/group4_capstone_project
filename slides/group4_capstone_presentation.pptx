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CLIMATE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climate risk analysis for six Kenyan agricultural regions, 2015–2024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Ministry of Agriculture and Livestock Development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8334 Data Analytics &amp; Visualization · Capstone Presentation · Group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Client, task, and the six questions we were asked to answer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API, 6 regions, 10 years, cleaning &amp; QA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regression, ANOVA, correlation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800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regions carry the most climate risk, and why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715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Ministry should do next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regions, one climate-risk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Ministry of Agriculture 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Livestock Development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Open-Meteo Historical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Weather API, 2015–2024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</a:rPr>
              <a:t>Regions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Trans Nzoia · Uasin Gishu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281F"/>
                </a:solidFill>
              </a:rPr>
              <a:t>Meru · Narok · Nyeri · Machakos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7315200" cy="4709160"/>
          </a:xfrm>
          <a:prstGeom prst="roundRect">
            <a:avLst>
              <a:gd name="adj" fmla="val 1942"/>
            </a:avLst>
          </a:prstGeom>
          <a:solidFill>
            <a:srgbClr val="F1F4E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339"/>
                </a:solidFill>
              </a:rPr>
              <a:t>The six questions we set out to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Which region receives the most reliable seasonal rainfall?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94436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Which region has the longest / most frequent dry spells?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360273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Which locations see the most heat-stress days (&gt;30°C)?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426110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How do long-rains vs. short-rains patterns differ?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491947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Which regions carry the highest climate production risk?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55778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81F"/>
                </a:solidFill>
              </a:rPr>
              <a:t>What climate-smart interventions should follow?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API data to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Retrieve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One Open-Meteo /v1/archive call per region — 7 daily variables, 3,652 days each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Assess quality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Missing values, duplicates, 3×IQR outliers, calendar completeness, logic checks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Clean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743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De-duplication, linear interpolation, derived season &amp; heat-stress-day fields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Analyze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Linear regression trend test, one-way ANOVA, Pearson correlation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Visualize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6 charts covering temperature trend, rainfall reliability, seasonality, and heat/drought risk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1F4EF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E"/>
                </a:solidFill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58"/>
                </a:solidFill>
              </a:rPr>
              <a:t>Interactive Streamlit dashboard with filters, map, and drill-down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foundation for the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E533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</a:rPr>
              <a:t>&gt;99.7%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3"/>
                </a:solidFill>
              </a:rPr>
              <a:t>Calendar completeness across all six regions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E5339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3"/>
                </a:solidFill>
              </a:rPr>
              <a:t>Rows failing the temp-max ≥ temp-min logic check after cleaning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E533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</a:rPr>
              <a:t>&lt;0.5%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3"/>
                </a:solidFill>
              </a:rPr>
              <a:t>Missing values, resolved by within-region linear interpolation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E5339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</a:rPr>
              <a:t>3×IQR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3544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3"/>
                </a:solidFill>
              </a:rPr>
              <a:t>Outlier rule used — wide enough to keep real weather extremes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1F"/>
                </a:solidFill>
              </a:rPr>
              <a:t>Cleaning steps applied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81F"/>
                </a:solidFill>
              </a:rPr>
              <a:t>De-duplicated (date, region)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81F"/>
                </a:solidFill>
              </a:rPr>
              <a:t>Linear interpolation for missing temperature &amp; precipitation readings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81F"/>
                </a:solidFill>
              </a:rPr>
              <a:t>Derived fields: year, month, day-of-year, rainfall season, heat-stress-day flag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· WARMING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regions are warming — some faster than others</a:t>
            </a:r>
            <a:endParaRPr lang="en-US" sz="2800" dirty="0"/>
          </a:p>
        </p:txBody>
      </p:sp>
      <p:pic>
        <p:nvPicPr>
          <p:cNvPr id="4" name="Image 0" descr="/home/claude/project/data/figures/1_temperatur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91640"/>
            <a:ext cx="3886200" cy="4206240"/>
          </a:xfrm>
          <a:prstGeom prst="roundRect">
            <a:avLst>
              <a:gd name="adj" fmla="val 1882"/>
            </a:avLst>
          </a:prstGeom>
          <a:solidFill>
            <a:srgbClr val="F1F4EF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</a:rPr>
              <a:t>Fastest warming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339"/>
                </a:solidFill>
              </a:rPr>
              <a:t>Meru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1F"/>
                </a:solidFill>
              </a:rPr>
              <a:t>+0.0345°C / year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81F"/>
                </a:solidFill>
              </a:rPr>
              <a:t>(p = 0.0007, statistically significant)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36118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58"/>
                </a:solidFill>
              </a:rPr>
              <a:t>Linear regression confirms a statistically significant (p &lt; 0.05) warming trend in every one of the six regions over 2015–2024 — this is a structural shift, not noise.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· RAINFALL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and reliability are two different risks</a:t>
            </a:r>
            <a:endParaRPr lang="en-US" sz="2800" dirty="0"/>
          </a:p>
        </p:txBody>
      </p:sp>
      <p:pic>
        <p:nvPicPr>
          <p:cNvPr id="4" name="Image 0" descr="/home/claude/project/data/figures/3_rainfall_reliability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9164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A2E"/>
                </a:solidFill>
              </a:rPr>
              <a:t>Most reliable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339"/>
                </a:solidFill>
              </a:rPr>
              <a:t>Narok  ·  CV 0.194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58"/>
                </a:solidFill>
              </a:rPr>
              <a:t>535.7 mm mean annual rainfall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388620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A85C3B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E9D9"/>
                </a:solidFill>
              </a:rPr>
              <a:t>Least reliable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</a:rPr>
              <a:t>Machakos  ·  CV 0.279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0" y="4709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9D9"/>
                </a:solidFill>
              </a:rPr>
              <a:t>423.6 mm mean annual rainfall — highest year-to-year risk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· DROUGHT &amp; HEAT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Dry-spell duration and heat-stress days</a:t>
            </a:r>
            <a:endParaRPr lang="en-US" sz="2800" dirty="0"/>
          </a:p>
        </p:txBody>
      </p:sp>
      <p:pic>
        <p:nvPicPr>
          <p:cNvPr id="4" name="Image 0" descr="/home/claude/project/data/figures/6_longest_dry_spel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623560" cy="4297680"/>
          </a:xfrm>
          <a:prstGeom prst="rect">
            <a:avLst/>
          </a:prstGeom>
        </p:spPr>
      </p:pic>
      <p:pic>
        <p:nvPicPr>
          <p:cNvPr id="5" name="Image 1" descr="/home/claude/project/data/figures/4_heat_stress_days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62356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 · SEASONALITY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rains vs. short rains — and is the difference real?</a:t>
            </a:r>
            <a:endParaRPr lang="en-US" sz="2800" dirty="0"/>
          </a:p>
        </p:txBody>
      </p:sp>
      <p:pic>
        <p:nvPicPr>
          <p:cNvPr id="4" name="Image 0" descr="/home/claude/project/data/figures/5_seasonal_rainfal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91640"/>
            <a:ext cx="3886200" cy="4206240"/>
          </a:xfrm>
          <a:prstGeom prst="roundRect">
            <a:avLst>
              <a:gd name="adj" fmla="val 1882"/>
            </a:avLst>
          </a:prstGeom>
          <a:solidFill>
            <a:srgbClr val="F1F4EF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</a:rPr>
              <a:t>One-way ANOVA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339"/>
                </a:solidFill>
              </a:rPr>
              <a:t>F = 777.24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5339"/>
                </a:solidFill>
              </a:rPr>
              <a:t>p = 0.000000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0" y="32461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1F"/>
                </a:solidFill>
              </a:rPr>
              <a:t>Rainfall differs significantly across the four seasonal windows (p &lt; 0.05) — confirming Kenya's bimodal rainfall pattern statistically, not just visually. Regions with the largest MAM/OND gap carry more single-season dependency risk.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Ministry should do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Drought-tolerant seed rollout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97280" y="207568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Target regions with the longest dry spells and highest rainfall CV ahead of long-rains planting.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Small-scale irrigation investment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20840" y="207568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Water-harvesting infrastructure in the least rainfall-reliable region, sized to the measured dry-spell length.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Heat-tolerant interventions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7280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Livestock and crop-shading measures where heat-stress days are highest.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Diversify planting calendars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Reduce single-season dependency where the MAM/OND rainfall gap is largest.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Live early-warning dashboard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97280" y="50932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Re-run this same Open-Meteo pipeline monthly to track trends in near-real time.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</a:rPr>
              <a:t>Prioritise compound-risk regions first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20840" y="50932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3"/>
                </a:solidFill>
              </a:rPr>
              <a:t>Fund regions scoring worst on multiple indicators, not just one, in the first investment wave.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281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339"/>
                </a:solidFill>
              </a:rPr>
              <a:t>Questions &amp; oral defence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58"/>
                </a:solidFill>
              </a:rPr>
              <a:t>Data · Notebook · Dashboard · GitHub repository available on request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· Agricultural Climate Risk 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2026-07-25T21:45:38Z</dcterms:created>
  <dcterms:modified xsi:type="dcterms:W3CDTF">2026-07-25T21:45:38Z</dcterms:modified>
</cp:coreProperties>
</file>